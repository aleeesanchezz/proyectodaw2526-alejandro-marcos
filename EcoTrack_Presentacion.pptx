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jp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8.jpg"/><Relationship Id="rId5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EcoTrack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B8D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9BCB8D"/>
                </a:solidFill>
                <a:latin typeface="Arial"/>
                <a:ea typeface="Arial"/>
                <a:cs typeface="Arial"/>
                <a:sym typeface="Arial"/>
              </a:rPr>
              <a:t>Aplicación de Seguimiento de Huella de Carbono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Spring Boot · Angular 16 · MySQL · Docker · AWS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EcoTrack?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EcoTrack es una aplicación web completa diseñada para:</a:t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t/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• Registrar y hacer seguimiento del consumo de recursos (agua, gas, electricidad)</a:t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• Calcular automáticamente la huella de carbono (CO₂)</a:t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• Establecer objetivos de reducción personalizados</a:t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• Visualizar datos con gráficas interactivas</a:t>
            </a:r>
            <a:endParaRPr b="1" sz="1700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2C2C2C"/>
                </a:solidFill>
              </a:rPr>
              <a:t>• Generar informes PDF detallados</a:t>
            </a:r>
            <a:endParaRPr b="1" sz="1700">
              <a:solidFill>
                <a:srgbClr val="2C2C2C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Cada consumo cuenta, cada acción importa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Autenticación y Gestión de Usuario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83555" y="4411849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Sistema seguro de login y registro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Gestión completa del perfil de usuario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Edición y eliminación de cuenta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9300" y="971475"/>
            <a:ext cx="4304724" cy="3200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250" y="971500"/>
            <a:ext cx="40034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Página de Inicio -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186950" y="2251640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✓ Resumen de consumos registrados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✓ Total de CO₂ del mes anterior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✓ Acceso rápido a todas las funcionalidades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875" y="1213425"/>
            <a:ext cx="4895100" cy="3266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de Consumos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Categorías: </a:t>
            </a:r>
            <a:r>
              <a:rPr b="0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Agua, Gas, Electricidad  • </a:t>
            </a: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Unidades: </a:t>
            </a:r>
            <a:r>
              <a:rPr b="0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M³, kWh  • </a:t>
            </a:r>
            <a:r>
              <a:rPr b="1" i="0" lang="en-US" sz="14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Cálculo automático de CO₂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9550" y="883925"/>
            <a:ext cx="6215524" cy="332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Historial de Consumos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383065" y="4245490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Búsqueda y filtrado de registros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Ordenamiento personalizado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Edición y eliminación de consumos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Visualización de CO₂ generado por cada registro</a:t>
            </a:r>
            <a:endParaRPr b="1">
              <a:solidFill>
                <a:srgbClr val="2C2C2C"/>
              </a:solidFill>
            </a:endParaRPr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0800" y="957500"/>
            <a:ext cx="5202400" cy="310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Visualización de Datos - Gráficas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4546250" y="262869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Gráficas interactivas de CO₂ mensual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Comparativa visual por categorías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Selector de año para análisis histórico</a:t>
            </a:r>
            <a:endParaRPr b="1">
              <a:solidFill>
                <a:srgbClr val="2C2C2C"/>
              </a:solidFill>
            </a:endParaRPr>
          </a:p>
        </p:txBody>
      </p:sp>
      <p:pic>
        <p:nvPicPr>
          <p:cNvPr id="79" name="Google Shape;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125" y="885754"/>
            <a:ext cx="2412025" cy="41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 de Informes PDF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1847450" y="3767875"/>
            <a:ext cx="4360500" cy="1197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2030322" y="3988186"/>
            <a:ext cx="7498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Informes profesionales descargables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✓ Listado detallado de consumos por categoría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✓ Fecha, cantidad, unidad y CO₂ generado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✓ Gráfica visual incluida en el documento</a:t>
            </a:r>
            <a:endParaRPr b="1">
              <a:solidFill>
                <a:srgbClr val="2C2C2C"/>
              </a:solidFill>
            </a:endParaRPr>
          </a:p>
        </p:txBody>
      </p:sp>
      <p:pic>
        <p:nvPicPr>
          <p:cNvPr descr="preencoded.png" id="90" name="Google Shape;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675" y="1036912"/>
            <a:ext cx="6095652" cy="24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de Notas Personalizadas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637" y="1047962"/>
            <a:ext cx="4550188" cy="2916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Creación de notas con título y contenido personalizado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Selector de color para identificación visual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Búsqueda, edición y eliminación de notas</a:t>
            </a:r>
            <a:endParaRPr b="1">
              <a:solidFill>
                <a:srgbClr val="2C2C2C"/>
              </a:solidFill>
            </a:endParaRPr>
          </a:p>
        </p:txBody>
      </p: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667" y="1058713"/>
            <a:ext cx="4089168" cy="2905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 Reducción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962" y="1028550"/>
            <a:ext cx="4310772" cy="29777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573525" y="4130800"/>
            <a:ext cx="7901100" cy="1012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793500" y="4222175"/>
            <a:ext cx="7498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Define metas personalizadas de CO₂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Establece objetivos mensuales cuantificables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Seguimiento de progreso con indicador de estado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Descripción detallada de cada objetivo</a:t>
            </a:r>
            <a:endParaRPr b="1">
              <a:solidFill>
                <a:srgbClr val="2C2C2C"/>
              </a:solidFill>
            </a:endParaRPr>
          </a:p>
        </p:txBody>
      </p:sp>
      <p:pic>
        <p:nvPicPr>
          <p:cNvPr id="113" name="Google Shape;113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440" y="1025719"/>
            <a:ext cx="4310776" cy="29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914400" y="182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Consejos para Reducir la Huella de Carbono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700" y="921075"/>
            <a:ext cx="7970476" cy="31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1" lang="en-US">
                <a:solidFill>
                  <a:srgbClr val="2C2C2C"/>
                </a:solidFill>
              </a:rPr>
              <a:t> Recomendaciones prácticas basadas en hábitos de consumo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Consejos expandibles con información detallada</a:t>
            </a:r>
            <a:endParaRPr b="1">
              <a:solidFill>
                <a:srgbClr val="2C2C2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2C2C2C"/>
                </a:solidFill>
              </a:rPr>
              <a:t>• Acciones específicas para reducir agua, gas y electricidad</a:t>
            </a:r>
            <a:endParaRPr b="1">
              <a:solidFill>
                <a:srgbClr val="2C2C2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Técnica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40080" y="1828800"/>
            <a:ext cx="2194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Spring Boot 3.3.4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Java </a:t>
            </a:r>
            <a:r>
              <a:rPr lang="en-US" sz="1300">
                <a:solidFill>
                  <a:srgbClr val="2C2C2C"/>
                </a:solidFill>
              </a:rPr>
              <a:t>21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Spring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JPA/Hibernate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RESTful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3291840" y="1097280"/>
            <a:ext cx="2560320" cy="54864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Angular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TypeScript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Bootstrap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Chart.js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Reactive 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HttpClient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6126480" y="1097280"/>
            <a:ext cx="2560320" cy="54864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 &amp; DEPLOY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6309360" y="1828800"/>
            <a:ext cx="2194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MySQL 8.0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Docker Compose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AWS EC2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Nginx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• Git/GitHub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Clave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40080" y="1325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Full-Stack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40080" y="169164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Backend Spring Boot </a:t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 Frontend Angular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383280" y="118872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3383280" y="118872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3566160" y="1325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Seguridad Robusta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3566160" y="169164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C2C2C"/>
                </a:solidFill>
              </a:rPr>
              <a:t>V</a:t>
            </a: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alidación de datos y protección CORS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309360" y="118872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6309360" y="118872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6492240" y="1325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Base de Datos Relacional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492240" y="169164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Modelo normalizado con relaciones entre usuarios, consumos y objetivos</a:t>
            </a:r>
            <a:endParaRPr b="0" i="0" sz="1100" u="none" cap="none" strike="noStrike">
              <a:solidFill>
                <a:srgbClr val="2C2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C2C2C"/>
                </a:solidFill>
              </a:rPr>
              <a:t>MYSQL 8 (InnoDB)</a:t>
            </a:r>
            <a:endParaRPr sz="1100">
              <a:solidFill>
                <a:srgbClr val="2C2C2C"/>
              </a:solidFill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57200" y="283464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64008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Responsive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40080" y="333756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Interfaz adaptativa con Bootstrap para todos los dispositivos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383280" y="283464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3383280" y="283464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56616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Dockerizado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3566160" y="333756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Despliegue containerizado con Docker y Docker Compose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6309360" y="283464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6309360" y="2834640"/>
            <a:ext cx="73152" cy="1371600"/>
          </a:xfrm>
          <a:prstGeom prst="rect">
            <a:avLst/>
          </a:prstGeom>
          <a:solidFill>
            <a:srgbClr val="3D83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49224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36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D8361"/>
                </a:solidFill>
                <a:latin typeface="Arial"/>
                <a:ea typeface="Arial"/>
                <a:cs typeface="Arial"/>
                <a:sym typeface="Arial"/>
              </a:rPr>
              <a:t>Cloud Ready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492240" y="333756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2C2C"/>
                </a:solidFill>
                <a:latin typeface="Arial"/>
                <a:ea typeface="Arial"/>
                <a:cs typeface="Arial"/>
                <a:sym typeface="Arial"/>
              </a:rPr>
              <a:t>Desplegado en AWS EC2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52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EcoTrack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B8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BCB8D"/>
                </a:solidFill>
                <a:latin typeface="Arial"/>
                <a:ea typeface="Arial"/>
                <a:cs typeface="Arial"/>
                <a:sym typeface="Arial"/>
              </a:rPr>
              <a:t>Una herramienta completa para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CB8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BCB8D"/>
                </a:solidFill>
                <a:latin typeface="Arial"/>
                <a:ea typeface="Arial"/>
                <a:cs typeface="Arial"/>
                <a:sym typeface="Arial"/>
              </a:rPr>
              <a:t>la concienciación ambiental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Desarrollado por Alejandro Sánchez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2º DAW - IES Castelar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